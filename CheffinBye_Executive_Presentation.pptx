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83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>
                <a:solidFill>
                  <a:srgbClr val="94832E"/>
                </a:solidFill>
              </a:rPr>
              <a:t>CheffinBy</a:t>
            </a:r>
            <a:r>
              <a:rPr lang="en-GB" dirty="0">
                <a:solidFill>
                  <a:srgbClr val="94832E"/>
                </a:solidFill>
              </a:rPr>
              <a:t>E</a:t>
            </a:r>
            <a:r>
              <a:rPr dirty="0">
                <a:solidFill>
                  <a:srgbClr val="94832E"/>
                </a:solidFill>
              </a:rPr>
              <a:t> Business Performance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6733" y="3874961"/>
            <a:ext cx="6400800" cy="1752600"/>
          </a:xfrm>
        </p:spPr>
        <p:txBody>
          <a:bodyPr/>
          <a:lstStyle/>
          <a:p>
            <a:r>
              <a:rPr dirty="0">
                <a:solidFill>
                  <a:schemeClr val="bg1">
                    <a:lumMod val="10000"/>
                  </a:schemeClr>
                </a:solidFill>
              </a:rPr>
              <a:t>Using Microsoft Excel to Support Strategic Decision-Making</a:t>
            </a:r>
          </a:p>
          <a:p>
            <a:r>
              <a:rPr sz="2400" b="1" dirty="0">
                <a:solidFill>
                  <a:schemeClr val="bg1">
                    <a:lumMod val="10000"/>
                  </a:schemeClr>
                </a:solidFill>
              </a:rPr>
              <a:t>Esther </a:t>
            </a:r>
            <a:r>
              <a:rPr sz="2400" b="1" dirty="0" err="1">
                <a:solidFill>
                  <a:schemeClr val="bg1">
                    <a:lumMod val="10000"/>
                  </a:schemeClr>
                </a:solidFill>
              </a:rPr>
              <a:t>Adesewa</a:t>
            </a:r>
            <a:r>
              <a:rPr sz="2400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sz="2400" b="1" dirty="0" err="1">
                <a:solidFill>
                  <a:schemeClr val="bg1">
                    <a:lumMod val="10000"/>
                  </a:schemeClr>
                </a:solidFill>
              </a:rPr>
              <a:t>Adegbite</a:t>
            </a:r>
            <a:endParaRPr sz="2400" b="1" dirty="0">
              <a:solidFill>
                <a:schemeClr val="bg1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Pop-up Nigerian catering business in Maynooth</a:t>
            </a:r>
          </a:p>
          <a:p>
            <a:pPr>
              <a:defRPr sz="2200"/>
            </a:pPr>
            <a:r>
              <a:rPr dirty="0"/>
              <a:t> Orders announced through Instagram, WhatsApp and word of mouth</a:t>
            </a:r>
          </a:p>
          <a:p>
            <a:pPr>
              <a:defRPr sz="2200"/>
            </a:pPr>
            <a:r>
              <a:rPr dirty="0"/>
              <a:t> 300 historical orders </a:t>
            </a:r>
            <a:r>
              <a:rPr dirty="0" err="1"/>
              <a:t>analysed</a:t>
            </a:r>
            <a:endParaRPr dirty="0"/>
          </a:p>
          <a:p>
            <a:pPr>
              <a:defRPr sz="2200"/>
            </a:pPr>
            <a:r>
              <a:rPr dirty="0"/>
              <a:t> 85% repeat customer 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 Manual tracking limited visibility</a:t>
            </a:r>
          </a:p>
          <a:p>
            <a:pPr>
              <a:defRPr sz="2200"/>
            </a:pPr>
            <a:r>
              <a:rPr dirty="0"/>
              <a:t>Difficult to monitor revenue, products and customer </a:t>
            </a:r>
            <a:r>
              <a:rPr dirty="0" err="1"/>
              <a:t>behaviour</a:t>
            </a:r>
            <a:endParaRPr dirty="0"/>
          </a:p>
          <a:p>
            <a:pPr>
              <a:defRPr sz="2200"/>
            </a:pPr>
            <a:r>
              <a:rPr dirty="0"/>
              <a:t> Need for data-driven decision 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 </a:t>
            </a:r>
            <a:r>
              <a:rPr dirty="0" err="1"/>
              <a:t>Analyse</a:t>
            </a:r>
            <a:r>
              <a:rPr dirty="0"/>
              <a:t> sales performance</a:t>
            </a:r>
          </a:p>
          <a:p>
            <a:pPr>
              <a:defRPr sz="2200"/>
            </a:pPr>
            <a:r>
              <a:rPr dirty="0"/>
              <a:t>Measure customer retention</a:t>
            </a:r>
          </a:p>
          <a:p>
            <a:pPr>
              <a:defRPr sz="2200"/>
            </a:pPr>
            <a:r>
              <a:rPr dirty="0"/>
              <a:t>Identify top products</a:t>
            </a:r>
          </a:p>
          <a:p>
            <a:pPr>
              <a:defRPr sz="2200"/>
            </a:pPr>
            <a:r>
              <a:rPr dirty="0"/>
              <a:t> Evaluate marketing channels</a:t>
            </a:r>
          </a:p>
          <a:p>
            <a:pPr>
              <a:defRPr sz="2200"/>
            </a:pPr>
            <a:r>
              <a:rPr dirty="0"/>
              <a:t>Build an executive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300 orders</a:t>
            </a:r>
          </a:p>
          <a:p>
            <a:pPr>
              <a:defRPr sz="2200"/>
            </a:pPr>
            <a:r>
              <a:rPr dirty="0"/>
              <a:t>Revenue, Cost, Profit</a:t>
            </a:r>
          </a:p>
          <a:p>
            <a:pPr>
              <a:defRPr sz="2200"/>
            </a:pPr>
            <a:r>
              <a:rPr dirty="0"/>
              <a:t>Product, Order Type, Channel</a:t>
            </a:r>
          </a:p>
          <a:p>
            <a:pPr>
              <a:defRPr sz="2200"/>
            </a:pPr>
            <a:r>
              <a:rPr dirty="0"/>
              <a:t>Customer 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 KPI cards</a:t>
            </a:r>
          </a:p>
          <a:p>
            <a:pPr>
              <a:defRPr sz="2200"/>
            </a:pPr>
            <a:r>
              <a:rPr dirty="0"/>
              <a:t> Revenue analysis</a:t>
            </a:r>
          </a:p>
          <a:p>
            <a:pPr>
              <a:defRPr sz="2200"/>
            </a:pPr>
            <a:r>
              <a:rPr dirty="0"/>
              <a:t> Product performance</a:t>
            </a:r>
          </a:p>
          <a:p>
            <a:pPr>
              <a:defRPr sz="2200"/>
            </a:pPr>
            <a:r>
              <a:rPr dirty="0"/>
              <a:t>Customer insights</a:t>
            </a:r>
          </a:p>
          <a:p>
            <a:pPr>
              <a:defRPr sz="2200"/>
            </a:pPr>
            <a:r>
              <a:rPr dirty="0"/>
              <a:t>Executive summary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Strong customer loyalty</a:t>
            </a:r>
          </a:p>
          <a:p>
            <a:pPr>
              <a:defRPr sz="2200"/>
            </a:pPr>
            <a:r>
              <a:rPr dirty="0"/>
              <a:t>Instagram drives most demand</a:t>
            </a:r>
          </a:p>
          <a:p>
            <a:pPr>
              <a:defRPr sz="2200"/>
            </a:pPr>
            <a:r>
              <a:rPr dirty="0"/>
              <a:t>Meal boxes generate highest revenue</a:t>
            </a:r>
          </a:p>
          <a:p>
            <a:pPr>
              <a:defRPr sz="2200"/>
            </a:pPr>
            <a:r>
              <a:rPr dirty="0"/>
              <a:t>Pop-up model supports efficient operations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Increase Instagram promotion</a:t>
            </a:r>
          </a:p>
          <a:p>
            <a:pPr>
              <a:defRPr sz="2200"/>
            </a:pPr>
            <a:r>
              <a:rPr dirty="0"/>
              <a:t> Expand meal box offerings</a:t>
            </a:r>
          </a:p>
          <a:p>
            <a:pPr>
              <a:defRPr sz="2200"/>
            </a:pPr>
            <a:r>
              <a:rPr dirty="0"/>
              <a:t>Introduce referral incentives</a:t>
            </a:r>
          </a:p>
          <a:p>
            <a:pPr>
              <a:defRPr sz="2200"/>
            </a:pPr>
            <a:r>
              <a:rPr dirty="0"/>
              <a:t>Continue using KPI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Microsoft Excel</a:t>
            </a:r>
          </a:p>
          <a:p>
            <a:pPr>
              <a:defRPr sz="2200"/>
            </a:pPr>
            <a:r>
              <a:rPr dirty="0"/>
              <a:t>Data Analysis</a:t>
            </a:r>
          </a:p>
          <a:p>
            <a:pPr>
              <a:defRPr sz="2200"/>
            </a:pPr>
            <a:r>
              <a:rPr dirty="0"/>
              <a:t>Dashboard Design</a:t>
            </a:r>
          </a:p>
          <a:p>
            <a:pPr>
              <a:defRPr sz="2200"/>
            </a:pPr>
            <a:r>
              <a:rPr dirty="0"/>
              <a:t>Business Analysis</a:t>
            </a:r>
          </a:p>
          <a:p>
            <a:pPr>
              <a:defRPr sz="2200"/>
            </a:pPr>
            <a:r>
              <a:rPr dirty="0"/>
              <a:t>Data </a:t>
            </a:r>
            <a:r>
              <a:rPr dirty="0" err="1"/>
              <a:t>Visualisation</a:t>
            </a:r>
            <a:endParaRPr dirty="0"/>
          </a:p>
          <a:p>
            <a:pPr>
              <a:defRPr sz="2200"/>
            </a:pPr>
            <a:r>
              <a:rPr dirty="0"/>
              <a:t>Stakeholder Communication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CheffinByE Business Performance Analysis</vt:lpstr>
      <vt:lpstr>Business Background</vt:lpstr>
      <vt:lpstr>Business Problem</vt:lpstr>
      <vt:lpstr>Project Objectives</vt:lpstr>
      <vt:lpstr>Dataset Overview</vt:lpstr>
      <vt:lpstr>Dashboard Overview</vt:lpstr>
      <vt:lpstr>Key Findings</vt:lpstr>
      <vt:lpstr>Recommendations</vt:lpstr>
      <vt:lpstr>Skills Demonstrated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CheffinByE Business Performance Analysis</dc:title>
  <dc:subject/>
  <dc:creator/>
  <cp:keywords/>
  <dc:description>generated using python-pptx</dc:description>
  <cp:lastModifiedBy>ESTHER ADESEWA ADEGBITE</cp:lastModifiedBy>
  <cp:revision>2</cp:revision>
  <dcterms:created xsi:type="dcterms:W3CDTF">2013-01-27T09:14:16Z</dcterms:created>
  <dcterms:modified xsi:type="dcterms:W3CDTF">2026-07-02T12:15:16Z</dcterms:modified>
  <cp:category/>
</cp:coreProperties>
</file>